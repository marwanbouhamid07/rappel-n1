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Platform with Smart Matching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35640" y="45720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722" y="6592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63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where candidates build a profile and recruiters post job offers, with a compatibility score automatically computed between the two.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to manage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2651760" cy="3063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31546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55" y="334487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 profile: domain, years of experience, skills.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456432" y="2834640"/>
            <a:ext cx="2651760" cy="3063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16552" y="31546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747" y="334487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93592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Offer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639312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position: title, domain, years required, recruiter.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364224" y="2834640"/>
            <a:ext cx="2651760" cy="3063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24344" y="31546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ta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539" y="334487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01384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547104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of skills used to compare candidates and offers.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272016" y="2834640"/>
            <a:ext cx="2651760" cy="3063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E2F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232136" y="315468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5" name="Image 4" descr="filesig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2331" y="3344875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409176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9454896" y="4709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candidate to an offer with a computed match score.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2026-09-21T09:32:14Z</dcterms:created>
  <dcterms:modified xsi:type="dcterms:W3CDTF">2026-09-21T09:32:15Z</dcterms:modified>
</cp:coreProperties>
</file>