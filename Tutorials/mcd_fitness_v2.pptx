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D84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— DATA MODEL (v2)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E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MCD — Fitness Application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merged into USER via role attribute — no separate Coach entity.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881360" y="365760"/>
            <a:ext cx="713232" cy="713232"/>
          </a:xfrm>
          <a:prstGeom prst="ellipse">
            <a:avLst/>
          </a:prstGeom>
          <a:solidFill>
            <a:srgbClr val="F9564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dumb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6800" y="551200"/>
            <a:ext cx="342351" cy="34235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39996" y="1051560"/>
            <a:ext cx="31089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1B1E2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E2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39996" y="1051560"/>
            <a:ext cx="3108960" cy="347472"/>
          </a:xfrm>
          <a:prstGeom prst="roundRect">
            <a:avLst>
              <a:gd name="adj" fmla="val 15789"/>
            </a:avLst>
          </a:prstGeom>
          <a:solidFill>
            <a:srgbClr val="1B1E2F"/>
          </a:solidFill>
          <a:ln/>
        </p:spPr>
      </p:sp>
      <p:sp>
        <p:nvSpPr>
          <p:cNvPr id="9" name="Shape 6"/>
          <p:cNvSpPr/>
          <p:nvPr/>
        </p:nvSpPr>
        <p:spPr>
          <a:xfrm>
            <a:off x="4539996" y="1225296"/>
            <a:ext cx="3108960" cy="173736"/>
          </a:xfrm>
          <a:prstGeom prst="rect">
            <a:avLst/>
          </a:prstGeom>
          <a:solidFill>
            <a:srgbClr val="1B1E2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39996" y="10515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677156" y="1490472"/>
            <a:ext cx="283464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last_name, first_name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email, password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birth_date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 (user / coach / admin)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specialty, years_experience (coach only)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22876" y="3337560"/>
            <a:ext cx="27432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1B1E2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E2F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22876" y="333756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1B1E2F"/>
          </a:solidFill>
          <a:ln/>
        </p:spPr>
      </p:sp>
      <p:sp>
        <p:nvSpPr>
          <p:cNvPr id="14" name="Shape 11"/>
          <p:cNvSpPr/>
          <p:nvPr/>
        </p:nvSpPr>
        <p:spPr>
          <a:xfrm>
            <a:off x="4722876" y="3511296"/>
            <a:ext cx="2743200" cy="173736"/>
          </a:xfrm>
          <a:prstGeom prst="rect">
            <a:avLst/>
          </a:prstGeom>
          <a:solidFill>
            <a:srgbClr val="1B1E2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722876" y="3337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860036" y="3776472"/>
            <a:ext cx="2468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id_workout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description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duration_min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difficulty_level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22876" y="548640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1B1E2F"/>
            </a:solidFill>
            <a:prstDash val="solid"/>
          </a:ln>
          <a:effectLst>
            <a:outerShdw sx="100000" sy="100000" kx="0" ky="0" algn="bl" rotWithShape="0" blurRad="101600" dist="25400" dir="5400000">
              <a:srgbClr val="1B1E2F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22876" y="5486400"/>
            <a:ext cx="2743200" cy="347472"/>
          </a:xfrm>
          <a:prstGeom prst="roundRect">
            <a:avLst>
              <a:gd name="adj" fmla="val 15789"/>
            </a:avLst>
          </a:prstGeom>
          <a:solidFill>
            <a:srgbClr val="1B1E2F"/>
          </a:solidFill>
          <a:ln/>
        </p:spPr>
      </p:sp>
      <p:sp>
        <p:nvSpPr>
          <p:cNvPr id="19" name="Shape 16"/>
          <p:cNvSpPr/>
          <p:nvPr/>
        </p:nvSpPr>
        <p:spPr>
          <a:xfrm>
            <a:off x="4722876" y="5660136"/>
            <a:ext cx="2743200" cy="173736"/>
          </a:xfrm>
          <a:prstGeom prst="rect">
            <a:avLst/>
          </a:prstGeom>
          <a:solidFill>
            <a:srgbClr val="1B1E2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722876" y="5486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GROUP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860036" y="59253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id_group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225796" y="2834640"/>
            <a:ext cx="9144" cy="502920"/>
          </a:xfrm>
          <a:prstGeom prst="line">
            <a:avLst/>
          </a:prstGeom>
          <a:noFill/>
          <a:ln w="19050">
            <a:solidFill>
              <a:srgbClr val="AEB2B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63156" y="2834640"/>
            <a:ext cx="9144" cy="502920"/>
          </a:xfrm>
          <a:prstGeom prst="line">
            <a:avLst/>
          </a:prstGeom>
          <a:noFill/>
          <a:ln w="19050">
            <a:solidFill>
              <a:srgbClr val="AEB2B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94476" y="4937760"/>
            <a:ext cx="9144" cy="548640"/>
          </a:xfrm>
          <a:prstGeom prst="line">
            <a:avLst/>
          </a:prstGeom>
          <a:noFill/>
          <a:ln w="19050">
            <a:solidFill>
              <a:srgbClr val="AEB2B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77156" y="292150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1E2F">
                <a:alpha val="1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4677156" y="29215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414516" y="292150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9564F"/>
          </a:solidFill>
          <a:ln/>
          <a:effectLst>
            <a:outerShdw sx="100000" sy="100000" kx="0" ky="0" algn="bl" rotWithShape="0" blurRad="76200" dist="25400" dir="5400000">
              <a:srgbClr val="1B1E2F">
                <a:alpha val="1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6414516" y="29215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591556" y="504748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B1E2F">
                <a:alpha val="1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591556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4841748" y="274777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(0,n)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4841748" y="315010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6579108" y="2747772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(0,n)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6579108" y="315010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(0,n)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5710428" y="4899355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5710428" y="5250485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(0,n)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8001000" y="3429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“FOLLOWS” relation carries its own attributes —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completion_date, sets_done, reps_done, calories_burned.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001000" y="42976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only a user with role = “coach” can appear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CREATES side (enforced in Laravel, not SQL).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2026-09-17T09:28:01Z</dcterms:created>
  <dcterms:modified xsi:type="dcterms:W3CDTF">2026-09-17T09:28:01Z</dcterms:modified>
</cp:coreProperties>
</file>